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0EDF-7D25-38F8-1CB2-EF8955903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D3E8D-7B3A-B2F0-765C-E4DCA4E5C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009ED-9AA5-81CC-9C77-F96743A4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F8917-D7AA-22EC-47E6-18651391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6E30-1B8A-6B76-0F60-5EF50F0B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76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752B-4C5B-CC9B-8B08-93AC25D6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C2E9A-E748-CFC3-6749-BC9354EFE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15F14-142F-9D7F-0055-8A8885EC3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33C30-A135-B8CB-D950-766CDC3C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F0435-3989-AC8F-2BA5-343C5E4B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75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D4151-2DB3-9B0F-16E4-32F3CC76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13360-E86C-8E00-ABEE-C449FA8F0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AEC1A-FBBF-C05A-10B8-BEA662A6B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2149A-1F00-A068-5556-4DDDDF6E1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9D42D-83CB-A022-ED26-ED9BDE022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629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FB8C7-7792-C383-10B7-0BEDF827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463B7-4115-4724-0C13-46C058337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A374F-18B8-798F-1640-D713F74E4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24D9-93D3-BDE6-CA65-46324A9D0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35BC5-4E1B-A29A-4F25-559257DB2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C27CE-8004-3DE6-A9A2-D90FF9DD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6666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55D4-6D39-C418-789B-BC511598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09469-A2B8-0418-CC84-C96C1A938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14D75-D03B-FFAD-C3F0-BD017A06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BD301-6253-FA09-DC38-DD72D8E58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F366FF-3F62-A87A-0757-DE3705B00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9C87D7-5F0E-95AF-75D7-9741B26DC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3EDFC5-4F17-B55D-E93A-0AECDFEE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0079F3-91FA-C23B-B9A9-4B4169BC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2391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F9F3-54FD-524D-414B-1F9FDDB3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A2F46-C46D-BB68-CBFD-268F5875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04151-E22A-E313-CCC0-DEB55BAA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174DE-AF65-0D31-3DCC-F255ED00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9528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9253A-BA14-4E97-3336-BD1C1320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39100-CF33-2A23-7290-FA5DEA227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8A7FF-A2C9-F2AC-E012-954FB676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6316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9ED93-7A24-034C-2B95-E03F413A5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C1FB7-C442-1840-2E28-387FE7CDF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9C34D-3159-51D9-A4C4-A98788876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125B9-66FB-BDB6-6780-D1C5E835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D5F16-E288-8369-C154-3A807A98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F2F05-79C4-E212-0D6E-ACBDF51D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190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236C-5416-D568-D223-6ADF5C8F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EDBC9-4F22-B6B0-4050-8B159133C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CD3EF-3EFC-ADF0-BF96-D33DE0866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D51AE-4C0C-6894-2199-54A1C1B8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C1B94-051A-C824-3A6A-3084B596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39A6C-315A-4A2E-6AF6-7F4A9BCF1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8207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95A0-6010-E732-AEC2-73F7F268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EE94F-E121-2130-A9AE-28F412142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00199-54F3-033E-44AB-10E535F7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9DB60-B88D-74B1-8792-835CDC64D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3FBD-AB1D-4C9D-CC8E-DB1A4841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410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F984AB-45FF-D1EA-3E19-F7CD42FEB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75DF2-7E67-FB14-881D-376CE564B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487D5-B6B7-5D26-B666-54284068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BCCFB-4B72-CFA9-64DC-026EC8A69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3F897-E7C7-6162-42B6-AC79D94C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5459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0E6C1-7338-A21D-035D-F537B8B5F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34F5D-CC8F-2DB8-4F7C-B2DA6C3E8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85FF-6E2E-3FDE-A814-2AF952870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DA230-7147-424A-A951-BF9E84043966}" type="datetimeFigureOut">
              <a:rPr lang="en-IL" smtClean="0"/>
              <a:t>15/12/2025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0C086-11D2-6D90-92A2-631EC83EC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9986D-A108-CFCD-1771-AB4C10284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530FB-1337-4BFD-A065-F67488E8DA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299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he.aliexpress.com/item/33051556213.html?invitationCode=YTZ4b2pMYmpsNFFJMklGQVJNSXQ0RUhPMHk3UEJBbU1YSTBKT3A4S0VMd2pmdlBzNkVmWTlBPT0&amp;srcSns=sns_WhatsApp&amp;spreadType=socialShare&amp;social_params=6000386712571&amp;bizType=ProductDetail&amp;spreadCode=YTZ4b2pMYmpsNFFJMklGQVJNSXQ0RUhPMHk3UEJBbU1YSTBKT3A4S0VMd2pmdlBzNkVmWTlBPT0&amp;aff_fcid=991a912fa2234412a96f130b59635096-1765818708149-02612-_c3VcmsVb&amp;tt=MG&amp;aff_fsk=_c3VcmsVb&amp;aff_platform=default&amp;sk=_c3VcmsVb&amp;aff_trace_key=991a912fa2234412a96f130b59635096-1765818708149-02612-_c3VcmsVb&amp;shareId=6000386712571&amp;businessType=ProductDetail&amp;platform=AE&amp;terminal_id=9fa8d6e1bc52460f8354fcf656df6808&amp;afSmartRedirect=y&amp;gatewayAdapt=glo2isr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he.aliexpress.com/item/1005008458471135.html?spm=a2g0o.order_list.order_list_main.64.132518028H1hKX&amp;gatewayAdapt=glo2isr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23CDC81-79D9-786B-A279-8C016864F7CD}"/>
              </a:ext>
            </a:extLst>
          </p:cNvPr>
          <p:cNvGrpSpPr/>
          <p:nvPr/>
        </p:nvGrpSpPr>
        <p:grpSpPr>
          <a:xfrm>
            <a:off x="4463903" y="458526"/>
            <a:ext cx="4320000" cy="3346251"/>
            <a:chOff x="4190524" y="458526"/>
            <a:chExt cx="4320000" cy="334625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13B63E-FFEF-0341-5095-ACBDBEC5F39C}"/>
                </a:ext>
              </a:extLst>
            </p:cNvPr>
            <p:cNvSpPr/>
            <p:nvPr/>
          </p:nvSpPr>
          <p:spPr>
            <a:xfrm>
              <a:off x="4190524" y="458526"/>
              <a:ext cx="4320000" cy="324000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u="sng" dirty="0">
                  <a:hlinkClick r:id="rId2"/>
                </a:rPr>
                <a:t>USB Power Supply Box with 6x18650 Batteries</a:t>
              </a:r>
              <a:endParaRPr lang="en-IL" b="1" dirty="0"/>
            </a:p>
            <a:p>
              <a:pPr algn="ctr"/>
              <a:endParaRPr lang="en-IL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FFF96BA-4C61-B261-1428-90E79FCD7ABB}"/>
                </a:ext>
              </a:extLst>
            </p:cNvPr>
            <p:cNvSpPr/>
            <p:nvPr/>
          </p:nvSpPr>
          <p:spPr>
            <a:xfrm>
              <a:off x="4694548" y="3275984"/>
              <a:ext cx="509048" cy="5287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</a:t>
              </a:r>
              <a:endParaRPr lang="en-IL" sz="140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CC295D9-C679-56CA-F4FE-47820140C06F}"/>
                </a:ext>
              </a:extLst>
            </p:cNvPr>
            <p:cNvSpPr/>
            <p:nvPr/>
          </p:nvSpPr>
          <p:spPr>
            <a:xfrm>
              <a:off x="5841476" y="3275984"/>
              <a:ext cx="509048" cy="5287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12V</a:t>
              </a:r>
              <a:endParaRPr lang="en-IL" sz="120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E5E406-85FA-4FE0-DE1F-EE992225BBAC}"/>
                </a:ext>
              </a:extLst>
            </p:cNvPr>
            <p:cNvSpPr/>
            <p:nvPr/>
          </p:nvSpPr>
          <p:spPr>
            <a:xfrm>
              <a:off x="6946206" y="3275983"/>
              <a:ext cx="509048" cy="5287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9V</a:t>
              </a:r>
              <a:endParaRPr lang="en-IL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AEB290-D80B-DDF1-53C9-5A5BEAF864BD}"/>
              </a:ext>
            </a:extLst>
          </p:cNvPr>
          <p:cNvGrpSpPr/>
          <p:nvPr/>
        </p:nvGrpSpPr>
        <p:grpSpPr>
          <a:xfrm>
            <a:off x="9014548" y="458526"/>
            <a:ext cx="2088000" cy="3150000"/>
            <a:chOff x="1058759" y="455922"/>
            <a:chExt cx="2088000" cy="3150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EB6AA1C-1746-AC62-5471-AC144A548198}"/>
                </a:ext>
              </a:extLst>
            </p:cNvPr>
            <p:cNvGrpSpPr/>
            <p:nvPr/>
          </p:nvGrpSpPr>
          <p:grpSpPr>
            <a:xfrm>
              <a:off x="1058759" y="455922"/>
              <a:ext cx="2088000" cy="3150000"/>
              <a:chOff x="1039905" y="474776"/>
              <a:chExt cx="2088000" cy="3150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DD293E-8E1F-DE2C-47A7-7DCE33A1D2D8}"/>
                  </a:ext>
                </a:extLst>
              </p:cNvPr>
              <p:cNvSpPr/>
              <p:nvPr/>
            </p:nvSpPr>
            <p:spPr>
              <a:xfrm>
                <a:off x="1039905" y="474776"/>
                <a:ext cx="2088000" cy="3060000"/>
              </a:xfrm>
              <a:prstGeom prst="rect">
                <a:avLst/>
              </a:prstGeom>
              <a:pattFill prst="solidDmnd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u="sng" dirty="0">
                    <a:solidFill>
                      <a:schemeClr val="tx1"/>
                    </a:solidFill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AC-DC Power Supply 12V 3A</a:t>
                </a:r>
                <a:endParaRPr lang="en-IL" b="1" dirty="0">
                  <a:solidFill>
                    <a:schemeClr val="tx1"/>
                  </a:solidFill>
                </a:endParaRPr>
              </a:p>
              <a:p>
                <a:pPr algn="ctr"/>
                <a:endParaRPr lang="en-IL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C0C01D-2AF1-1176-4C4C-EBF55835C759}"/>
                  </a:ext>
                </a:extLst>
              </p:cNvPr>
              <p:cNvSpPr/>
              <p:nvPr/>
            </p:nvSpPr>
            <p:spPr>
              <a:xfrm>
                <a:off x="1324757" y="3275984"/>
                <a:ext cx="1518296" cy="34879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Input - Output</a:t>
                </a:r>
                <a:endParaRPr lang="en-IL" dirty="0"/>
              </a:p>
            </p:txBody>
          </p:sp>
        </p:grpSp>
        <p:sp>
          <p:nvSpPr>
            <p:cNvPr id="15" name="Flowchart: Preparation 14">
              <a:extLst>
                <a:ext uri="{FF2B5EF4-FFF2-40B4-BE49-F238E27FC236}">
                  <a16:creationId xmlns:a16="http://schemas.microsoft.com/office/drawing/2014/main" id="{C4534FDB-F968-338F-A43C-3B2142EBD4F1}"/>
                </a:ext>
              </a:extLst>
            </p:cNvPr>
            <p:cNvSpPr/>
            <p:nvPr/>
          </p:nvSpPr>
          <p:spPr>
            <a:xfrm>
              <a:off x="2337847" y="3323563"/>
              <a:ext cx="235088" cy="216816"/>
            </a:xfrm>
            <a:prstGeom prst="flowChartPreparati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B00F68D-B3FE-39DD-25FC-7F5B346BA411}"/>
              </a:ext>
            </a:extLst>
          </p:cNvPr>
          <p:cNvGrpSpPr/>
          <p:nvPr/>
        </p:nvGrpSpPr>
        <p:grpSpPr>
          <a:xfrm>
            <a:off x="1487769" y="458526"/>
            <a:ext cx="2198731" cy="1728000"/>
            <a:chOff x="9053817" y="555349"/>
            <a:chExt cx="2198731" cy="1728000"/>
          </a:xfrm>
        </p:grpSpPr>
        <p:pic>
          <p:nvPicPr>
            <p:cNvPr id="14" name="Picture 13" descr="A close-up of a circuit board&#10;&#10;AI-generated content may be incorrect.">
              <a:extLst>
                <a:ext uri="{FF2B5EF4-FFF2-40B4-BE49-F238E27FC236}">
                  <a16:creationId xmlns:a16="http://schemas.microsoft.com/office/drawing/2014/main" id="{A737C1C0-289F-6BEF-F246-1B44941DC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53817" y="555349"/>
              <a:ext cx="2198731" cy="1728000"/>
            </a:xfrm>
            <a:prstGeom prst="rect">
              <a:avLst/>
            </a:prstGeom>
          </p:spPr>
        </p:pic>
        <p:sp>
          <p:nvSpPr>
            <p:cNvPr id="16" name="Flowchart: Preparation 15">
              <a:extLst>
                <a:ext uri="{FF2B5EF4-FFF2-40B4-BE49-F238E27FC236}">
                  <a16:creationId xmlns:a16="http://schemas.microsoft.com/office/drawing/2014/main" id="{4EFAFE58-7395-682D-7DF3-F56DCD9AF0EE}"/>
                </a:ext>
              </a:extLst>
            </p:cNvPr>
            <p:cNvSpPr/>
            <p:nvPr/>
          </p:nvSpPr>
          <p:spPr>
            <a:xfrm>
              <a:off x="9168631" y="1100408"/>
              <a:ext cx="235088" cy="216816"/>
            </a:xfrm>
            <a:prstGeom prst="flowChartPreparati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7" name="Flowchart: Preparation 16">
              <a:extLst>
                <a:ext uri="{FF2B5EF4-FFF2-40B4-BE49-F238E27FC236}">
                  <a16:creationId xmlns:a16="http://schemas.microsoft.com/office/drawing/2014/main" id="{F5BD02BD-6DE7-195C-C185-C1845E61BCDA}"/>
                </a:ext>
              </a:extLst>
            </p:cNvPr>
            <p:cNvSpPr/>
            <p:nvPr/>
          </p:nvSpPr>
          <p:spPr>
            <a:xfrm>
              <a:off x="10898153" y="1100408"/>
              <a:ext cx="235088" cy="216816"/>
            </a:xfrm>
            <a:prstGeom prst="flowChartPreparati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073E280-5B18-925E-2A5F-C245ED3BB105}"/>
              </a:ext>
            </a:extLst>
          </p:cNvPr>
          <p:cNvGrpSpPr/>
          <p:nvPr/>
        </p:nvGrpSpPr>
        <p:grpSpPr>
          <a:xfrm>
            <a:off x="1465947" y="3587837"/>
            <a:ext cx="2635686" cy="1728000"/>
            <a:chOff x="4190524" y="4420340"/>
            <a:chExt cx="2635686" cy="1728000"/>
          </a:xfrm>
        </p:grpSpPr>
        <p:pic>
          <p:nvPicPr>
            <p:cNvPr id="21" name="Picture 20" descr="A close up of a circuit board&#10;&#10;AI-generated content may be incorrect.">
              <a:extLst>
                <a:ext uri="{FF2B5EF4-FFF2-40B4-BE49-F238E27FC236}">
                  <a16:creationId xmlns:a16="http://schemas.microsoft.com/office/drawing/2014/main" id="{1BBAA641-0E6A-DC58-56B4-1ED256752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90524" y="4420340"/>
              <a:ext cx="2635686" cy="1728000"/>
            </a:xfrm>
            <a:prstGeom prst="rect">
              <a:avLst/>
            </a:prstGeom>
          </p:spPr>
        </p:pic>
        <p:sp>
          <p:nvSpPr>
            <p:cNvPr id="29" name="Flowchart: Preparation 28">
              <a:extLst>
                <a:ext uri="{FF2B5EF4-FFF2-40B4-BE49-F238E27FC236}">
                  <a16:creationId xmlns:a16="http://schemas.microsoft.com/office/drawing/2014/main" id="{EE9A0BBD-1030-6A31-7CA2-449BF718E106}"/>
                </a:ext>
              </a:extLst>
            </p:cNvPr>
            <p:cNvSpPr/>
            <p:nvPr/>
          </p:nvSpPr>
          <p:spPr>
            <a:xfrm>
              <a:off x="6350524" y="5067524"/>
              <a:ext cx="235088" cy="216816"/>
            </a:xfrm>
            <a:prstGeom prst="flowChartPreparati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30" name="Flowchart: Preparation 29">
              <a:extLst>
                <a:ext uri="{FF2B5EF4-FFF2-40B4-BE49-F238E27FC236}">
                  <a16:creationId xmlns:a16="http://schemas.microsoft.com/office/drawing/2014/main" id="{69AD4F74-32CF-C73C-BCA5-8D113507A17A}"/>
                </a:ext>
              </a:extLst>
            </p:cNvPr>
            <p:cNvSpPr/>
            <p:nvPr/>
          </p:nvSpPr>
          <p:spPr>
            <a:xfrm>
              <a:off x="4408602" y="5067524"/>
              <a:ext cx="235088" cy="216816"/>
            </a:xfrm>
            <a:prstGeom prst="flowChartPreparati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pic>
        <p:nvPicPr>
          <p:cNvPr id="19" name="Picture 18" descr="A black and whit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A7198A5E-B692-CFFA-7B38-757AE750E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9704502" y="3917791"/>
            <a:ext cx="924092" cy="187200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6FC988DA-2548-34FE-6057-146622001219}"/>
              </a:ext>
            </a:extLst>
          </p:cNvPr>
          <p:cNvGrpSpPr/>
          <p:nvPr/>
        </p:nvGrpSpPr>
        <p:grpSpPr>
          <a:xfrm rot="16200000">
            <a:off x="5039274" y="4468441"/>
            <a:ext cx="1218403" cy="476389"/>
            <a:chOff x="4398250" y="5721607"/>
            <a:chExt cx="1218403" cy="476389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E1049FC-E8FD-F585-BB14-70700CD6F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8250" y="5721607"/>
              <a:ext cx="979200" cy="476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Star: 7 Points 52">
              <a:extLst>
                <a:ext uri="{FF2B5EF4-FFF2-40B4-BE49-F238E27FC236}">
                  <a16:creationId xmlns:a16="http://schemas.microsoft.com/office/drawing/2014/main" id="{1D686472-94ED-388F-62ED-CC30E4D31A0B}"/>
                </a:ext>
              </a:extLst>
            </p:cNvPr>
            <p:cNvSpPr/>
            <p:nvPr/>
          </p:nvSpPr>
          <p:spPr>
            <a:xfrm rot="16200000">
              <a:off x="5465824" y="5905236"/>
              <a:ext cx="150829" cy="150829"/>
            </a:xfrm>
            <a:prstGeom prst="star7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FC33B9C-9027-9232-AD70-603EA526536B}"/>
              </a:ext>
            </a:extLst>
          </p:cNvPr>
          <p:cNvGrpSpPr/>
          <p:nvPr/>
        </p:nvGrpSpPr>
        <p:grpSpPr>
          <a:xfrm rot="16200000">
            <a:off x="5647467" y="4468441"/>
            <a:ext cx="1218403" cy="476389"/>
            <a:chOff x="4398250" y="5721607"/>
            <a:chExt cx="1218403" cy="476389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461906C2-EF89-1A34-BC98-FA8012DEA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8250" y="5721607"/>
              <a:ext cx="979200" cy="476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Star: 7 Points 56">
              <a:extLst>
                <a:ext uri="{FF2B5EF4-FFF2-40B4-BE49-F238E27FC236}">
                  <a16:creationId xmlns:a16="http://schemas.microsoft.com/office/drawing/2014/main" id="{0D8AEB62-5D29-56CE-F11F-B9D29E8B884D}"/>
                </a:ext>
              </a:extLst>
            </p:cNvPr>
            <p:cNvSpPr/>
            <p:nvPr/>
          </p:nvSpPr>
          <p:spPr>
            <a:xfrm rot="16200000">
              <a:off x="5465824" y="5905236"/>
              <a:ext cx="150829" cy="150829"/>
            </a:xfrm>
            <a:prstGeom prst="star7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49543F8-1A01-CDC2-8FA7-25DC2204A430}"/>
              </a:ext>
            </a:extLst>
          </p:cNvPr>
          <p:cNvGrpSpPr/>
          <p:nvPr/>
        </p:nvGrpSpPr>
        <p:grpSpPr>
          <a:xfrm rot="16200000">
            <a:off x="6245184" y="4468441"/>
            <a:ext cx="1218403" cy="476389"/>
            <a:chOff x="4398250" y="5721607"/>
            <a:chExt cx="1218403" cy="476389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45C3D8D-30C6-D41D-6C17-5C24CE5F3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8250" y="5721607"/>
              <a:ext cx="979200" cy="476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Star: 7 Points 59">
              <a:extLst>
                <a:ext uri="{FF2B5EF4-FFF2-40B4-BE49-F238E27FC236}">
                  <a16:creationId xmlns:a16="http://schemas.microsoft.com/office/drawing/2014/main" id="{81ACE111-AD7F-69B7-B353-A8DECDC5D9B7}"/>
                </a:ext>
              </a:extLst>
            </p:cNvPr>
            <p:cNvSpPr/>
            <p:nvPr/>
          </p:nvSpPr>
          <p:spPr>
            <a:xfrm rot="16200000">
              <a:off x="5465824" y="5905236"/>
              <a:ext cx="150829" cy="150829"/>
            </a:xfrm>
            <a:prstGeom prst="star7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AEFEE01-CC52-98D3-45BB-B1B075198DA7}"/>
              </a:ext>
            </a:extLst>
          </p:cNvPr>
          <p:cNvGrpSpPr/>
          <p:nvPr/>
        </p:nvGrpSpPr>
        <p:grpSpPr>
          <a:xfrm rot="16200000">
            <a:off x="6842901" y="4468441"/>
            <a:ext cx="1218403" cy="476389"/>
            <a:chOff x="4398250" y="5721607"/>
            <a:chExt cx="1218403" cy="476389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DCB91659-D37C-F33E-DB13-FD5BB8334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8250" y="5721607"/>
              <a:ext cx="979200" cy="476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Star: 7 Points 62">
              <a:extLst>
                <a:ext uri="{FF2B5EF4-FFF2-40B4-BE49-F238E27FC236}">
                  <a16:creationId xmlns:a16="http://schemas.microsoft.com/office/drawing/2014/main" id="{A48F3905-1640-3F20-97DD-BF909AD85302}"/>
                </a:ext>
              </a:extLst>
            </p:cNvPr>
            <p:cNvSpPr/>
            <p:nvPr/>
          </p:nvSpPr>
          <p:spPr>
            <a:xfrm rot="16200000">
              <a:off x="5465824" y="5905236"/>
              <a:ext cx="150829" cy="150829"/>
            </a:xfrm>
            <a:prstGeom prst="star7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19A96C9-5574-FD7F-9B20-CE1B62C41CB8}"/>
              </a:ext>
            </a:extLst>
          </p:cNvPr>
          <p:cNvGrpSpPr/>
          <p:nvPr/>
        </p:nvGrpSpPr>
        <p:grpSpPr>
          <a:xfrm rot="16200000">
            <a:off x="7440618" y="4468441"/>
            <a:ext cx="1218403" cy="476389"/>
            <a:chOff x="4398250" y="5721607"/>
            <a:chExt cx="1218403" cy="476389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3595415-B0F0-5ADA-5607-DEB277BE1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8250" y="5721607"/>
              <a:ext cx="979200" cy="476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Star: 7 Points 65">
              <a:extLst>
                <a:ext uri="{FF2B5EF4-FFF2-40B4-BE49-F238E27FC236}">
                  <a16:creationId xmlns:a16="http://schemas.microsoft.com/office/drawing/2014/main" id="{DB8EF0D6-E5EC-FF6B-1CFA-3D3AE662ECF3}"/>
                </a:ext>
              </a:extLst>
            </p:cNvPr>
            <p:cNvSpPr/>
            <p:nvPr/>
          </p:nvSpPr>
          <p:spPr>
            <a:xfrm rot="16200000">
              <a:off x="5465824" y="5905236"/>
              <a:ext cx="150829" cy="150829"/>
            </a:xfrm>
            <a:prstGeom prst="star7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DDEF9BB-A83A-32BD-14D1-E36F18524D1B}"/>
              </a:ext>
            </a:extLst>
          </p:cNvPr>
          <p:cNvGrpSpPr/>
          <p:nvPr/>
        </p:nvGrpSpPr>
        <p:grpSpPr>
          <a:xfrm>
            <a:off x="4978093" y="4097433"/>
            <a:ext cx="226361" cy="1218403"/>
            <a:chOff x="4967927" y="3924243"/>
            <a:chExt cx="236527" cy="1391594"/>
          </a:xfrm>
        </p:grpSpPr>
        <p:pic>
          <p:nvPicPr>
            <p:cNvPr id="68" name="Picture 67" descr="A close up of a light&#10;&#10;AI-generated content may be incorrect.">
              <a:extLst>
                <a:ext uri="{FF2B5EF4-FFF2-40B4-BE49-F238E27FC236}">
                  <a16:creationId xmlns:a16="http://schemas.microsoft.com/office/drawing/2014/main" id="{A31761E9-09FB-C639-5940-EDC0F58E4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67927" y="4972134"/>
              <a:ext cx="236527" cy="343703"/>
            </a:xfrm>
            <a:prstGeom prst="rect">
              <a:avLst/>
            </a:prstGeom>
          </p:spPr>
        </p:pic>
        <p:pic>
          <p:nvPicPr>
            <p:cNvPr id="69" name="Picture 68" descr="A close up of a light&#10;&#10;AI-generated content may be incorrect.">
              <a:extLst>
                <a:ext uri="{FF2B5EF4-FFF2-40B4-BE49-F238E27FC236}">
                  <a16:creationId xmlns:a16="http://schemas.microsoft.com/office/drawing/2014/main" id="{F22B92E3-7A5E-F53D-2B45-5F8443198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67927" y="4628431"/>
              <a:ext cx="236527" cy="343703"/>
            </a:xfrm>
            <a:prstGeom prst="rect">
              <a:avLst/>
            </a:prstGeom>
          </p:spPr>
        </p:pic>
        <p:pic>
          <p:nvPicPr>
            <p:cNvPr id="70" name="Picture 69" descr="A close up of a light&#10;&#10;AI-generated content may be incorrect.">
              <a:extLst>
                <a:ext uri="{FF2B5EF4-FFF2-40B4-BE49-F238E27FC236}">
                  <a16:creationId xmlns:a16="http://schemas.microsoft.com/office/drawing/2014/main" id="{68166BEC-E20E-1A0A-B976-5FE03B5BE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67927" y="4267946"/>
              <a:ext cx="236527" cy="343703"/>
            </a:xfrm>
            <a:prstGeom prst="rect">
              <a:avLst/>
            </a:prstGeom>
          </p:spPr>
        </p:pic>
        <p:pic>
          <p:nvPicPr>
            <p:cNvPr id="71" name="Picture 70" descr="A close up of a light&#10;&#10;AI-generated content may be incorrect.">
              <a:extLst>
                <a:ext uri="{FF2B5EF4-FFF2-40B4-BE49-F238E27FC236}">
                  <a16:creationId xmlns:a16="http://schemas.microsoft.com/office/drawing/2014/main" id="{D2553305-81F0-E793-B12F-C56D65F55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67927" y="3924243"/>
              <a:ext cx="236527" cy="3437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4414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Yochai Glauber</dc:creator>
  <cp:lastModifiedBy>Yochai Glauber</cp:lastModifiedBy>
  <cp:revision>4</cp:revision>
  <dcterms:created xsi:type="dcterms:W3CDTF">2025-12-15T17:42:26Z</dcterms:created>
  <dcterms:modified xsi:type="dcterms:W3CDTF">2025-12-15T20:33:46Z</dcterms:modified>
</cp:coreProperties>
</file>